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D4F"/>
    <a:srgbClr val="CA3E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947A-52C9-FB57-A036-61E401C9D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229AE-DCC5-D205-E343-53748DC9E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6CFB3-456D-2ED4-3A17-EA53576E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FD8DB-352D-572F-ABDF-90050369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F1EF5-A948-0EEC-2517-C271352E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220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7308-470C-DFDB-7584-6A8808B1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3781F-2673-4C45-42D7-2B22E7F32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56C12-FC4C-36F7-D704-97DD4340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AEDFB-090A-E67B-EBDF-412D7914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C7873-7B44-A234-8355-1BAAF98C9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2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1C9D-B771-EF09-246C-8117DCDD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D7B10-0A53-7F9A-23F3-CA5EE9E18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78E92-9B2B-6349-2460-7EAAB53D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98055-9E83-F86A-940D-42E104E87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AE08D-6166-03BA-8A75-5C754870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5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BF59-7DF3-3D7E-ABB8-CA2879C9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E2ADE-D46A-DEED-822E-45986E507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4E233-1D8A-017D-78D0-7755D40A7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CE800-DCCA-30A7-FC0C-529509F6F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A7BE1-BE81-A6DD-F277-F8ECB2FF8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4C772-047B-8B45-C1C1-6F31FE68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559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0C98-B89C-2568-0DA3-260CDE85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7D2BF-2DE3-F3F7-F576-5AE26DF5C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7AB0A-1709-C3E7-9C63-F5287B95C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176339-A87C-1816-537B-2FA0E2130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D3708-2C53-03A2-8C68-67ABDDDF3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98CDE8-4A31-C25D-96BE-D0CD5C73D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F7EB9-6996-9A89-1B41-24841511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F5A86-3290-563A-7810-0BC9970F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1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D70D-2179-8391-0461-5118ADD8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392899-6C70-1413-9600-07E64219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D1040-ACA3-C6EB-931E-3261B5EC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3C73C-8D4A-5A8B-4BE7-9AC46D7C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848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76ADAE-F464-345A-FFDC-63DA966B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9152F2-24A7-BB5F-D98A-9BA8D226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14102-7074-A3AF-B47F-5BA14284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747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13C2-156E-A8D0-750F-B5F439DFD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27CFD-E61E-F637-CE66-9A3A1F0E2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81865-ECA8-A9B7-DB54-88BBAAB53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6075A-60D2-D987-D517-518D9CFC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0EE18-FDF9-BF91-83A7-3D2817D82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BFF1F-BF94-5BC4-C642-177C7D89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1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9EE2-A741-22DB-DF98-0819539EF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F3BB6F-F9E2-C34C-C58B-CBA278578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1FBEA-2449-FF3F-5BD6-E760CCE7C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AAE20-A38E-426D-2FC1-63453D9B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7F821-E29E-303F-863E-E40740E3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4892-6019-A5CD-6FC2-9C0B0AF5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71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8A92-384D-275C-360E-FB185B7A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DA370-F642-9119-F09E-280DFB123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4379-ED02-93D9-AC94-AAFCF087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7CBB2-8431-BDCC-0EF3-160BD82FA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E747-8C13-B487-6691-F6ED687B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19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1D89E-7CF4-EBEC-261B-596BDF749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62907-0EF1-0A0A-74DB-750D8EBD0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6F18F-52C9-ADB6-903E-393C576D8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822B-1515-DB16-FF9D-C5713EB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23972-C1F4-DC8E-D8A4-BE815BDA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28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27867-C0C3-C36F-5CA1-AED902AC6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72CF2-3E94-5832-667F-0F1C5EFE3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78A1B-5431-730B-A6EA-F3EA919F3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F705C-CC5A-447D-A947-27AB61151663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C78EA-6214-516E-FF1C-76B6C430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9946D-B5D0-04FB-F629-387AEF2AC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CE6CD-C67C-4D8D-A89F-77C1A7A2D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54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1857D1-EC3E-4984-B053-82A8A1B632A6}"/>
              </a:ext>
            </a:extLst>
          </p:cNvPr>
          <p:cNvSpPr/>
          <p:nvPr/>
        </p:nvSpPr>
        <p:spPr>
          <a:xfrm>
            <a:off x="0" y="1"/>
            <a:ext cx="12191999" cy="644433"/>
          </a:xfrm>
          <a:prstGeom prst="rect">
            <a:avLst/>
          </a:prstGeom>
          <a:solidFill>
            <a:srgbClr val="CA3E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2ECD25-3DD5-56C4-E518-C0568DE84B78}"/>
              </a:ext>
            </a:extLst>
          </p:cNvPr>
          <p:cNvSpPr/>
          <p:nvPr/>
        </p:nvSpPr>
        <p:spPr>
          <a:xfrm>
            <a:off x="0" y="644434"/>
            <a:ext cx="12192000" cy="6213565"/>
          </a:xfrm>
          <a:prstGeom prst="rect">
            <a:avLst/>
          </a:prstGeom>
          <a:solidFill>
            <a:srgbClr val="282D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457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7D6533-1EFB-FA80-1E3B-3831823A0B04}"/>
              </a:ext>
            </a:extLst>
          </p:cNvPr>
          <p:cNvSpPr/>
          <p:nvPr/>
        </p:nvSpPr>
        <p:spPr>
          <a:xfrm>
            <a:off x="0" y="0"/>
            <a:ext cx="12192000" cy="1728061"/>
          </a:xfrm>
          <a:prstGeom prst="rect">
            <a:avLst/>
          </a:prstGeom>
          <a:solidFill>
            <a:srgbClr val="CA3E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60EFD6-BC3A-691F-9557-85E2DF387DBF}"/>
              </a:ext>
            </a:extLst>
          </p:cNvPr>
          <p:cNvSpPr/>
          <p:nvPr/>
        </p:nvSpPr>
        <p:spPr>
          <a:xfrm>
            <a:off x="0" y="1728061"/>
            <a:ext cx="12192000" cy="5129939"/>
          </a:xfrm>
          <a:prstGeom prst="rect">
            <a:avLst/>
          </a:prstGeom>
          <a:solidFill>
            <a:srgbClr val="282D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597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Rohith Reddy</dc:creator>
  <cp:lastModifiedBy>Rohith Reddy</cp:lastModifiedBy>
  <cp:revision>4</cp:revision>
  <dcterms:created xsi:type="dcterms:W3CDTF">2024-03-09T17:02:41Z</dcterms:created>
  <dcterms:modified xsi:type="dcterms:W3CDTF">2024-03-10T18:17:33Z</dcterms:modified>
</cp:coreProperties>
</file>